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性能调优经验分享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知识库平台高并发优化实践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汇报人：彭飞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性能问题背景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高峰期检索响应时间超过2秒，用户体验差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RAG问答并发量上升后出现超时与错误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数据库CPU持续高位，存在慢查询瓶颈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目标：P99响应时间小于500ms，支撑5000 QPS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检索链路优化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向量索引从IVF切换为HNSW，检索延迟降低60%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引入多级缓存：热点查询结果缓存命中率45%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Embedding批量编码，减少单次请求开销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异步预取与并行检索，缩短端到端延迟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数据库与存储优化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慢SQL治理：优化20条核心查询，添加复合索引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读写分离与连接池调优，数据库CPU下降40%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大表分区分页，历史数据归档冷存储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引入ClickHouse承载分析查询，减轻主库压力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应用与架构优化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服务水平扩展，检索服务副本从4扩至12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消息队列削峰填谷，异步处理非核心逻辑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JVM调优：G1垃圾回收器参数优化，减少Full GC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前端资源CDN加速与懒加载，首屏时间降至1.2秒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压测与持续保障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搭建JMeter压测环境，模拟真实用户场景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建立性能基线，每次发布回归压测对比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性能监控大盘实时展示P99、QPS、错误率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容量规划模型：根据QPS增长预测资源扩容时机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