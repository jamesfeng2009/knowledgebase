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测试自动化框架介绍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知识库平台自动化测试体系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汇报人：曾辉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框架设计目标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提升测试效率与覆盖率，降低回归测试人工成本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支持接口、UI、性能多类型测试统一管理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低代码用例编写，降低自动化维护门槛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CI/CD集成，实现测试左移与持续质量保障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框架架构设计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分层架构：基础层、组件层、用例层、报告层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接口测试：Pytest加Requests加Allure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UI测试：Playwright加Python，支持多浏览器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数据驱动：YAML管理测试数据，支持参数化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核心功能模块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用例管理：支持Tag分组、依赖控制与数据驱动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公共组件：封装登录、检索、问答等高频操作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断言库：内置JSONPath、正则、数据库断言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报告生成：Allure可视化报告，支持截图与录屏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CI/CD集成实践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GitLab CI触发：代码提交自动运行冒烟测试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每日定时执行全量回归，结果推送飞书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测试失败自动重试与缺陷预创建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质量门禁：覆盖率与通过率不达标阻断发布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成效与优化方向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接口自动化覆盖率从35%提升至82%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回归测试耗时从4小时缩短至25分钟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下一步：引入AI生成测试用例，降低编写成本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探索精准测试，基于代码变更智能筛选用例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