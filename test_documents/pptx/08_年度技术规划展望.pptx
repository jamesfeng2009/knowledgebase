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年度技术规划展望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2026年技术战略与演进方向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汇报人：周杰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技术战略总览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以智能化、平台化、安全化为三大技术战略方向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构建AI原生知识管理平台，深度融合大模型能力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打造可扩展的技术中台，支撑多业务线快速创新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强化安全合规体系，满足等保三级与数据出境要求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智能化演进方向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推进Agentic RAG，支持复杂任务的多步推理与工具调用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构建企业知识Agent，实现主动知识推送与智能助手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探索多模态大模型应用，支持图表理解与视频内容分析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建设模型评估与治理平台，持续优化模型效果与成本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平台化建设重点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统一AI网关：模型路由、限流、审计、成本管控一体化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向量检索中台：支持多租户、多索引、混合检索能力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数据管道升级：实时数据同步与增量索引更新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开发者平台：提供SDK与API，降低业务接入门槛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安全与稳定性保障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建设红蓝对抗演练机制，持续验证安全防御能力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推进零信任架构落地，细化API与服务间访问控制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完善灾备方案，实现核心服务跨可用区容灾切换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建立SRE体系，SLI/SLO驱动稳定性治理与告警优化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组织与人才保障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组建AI应用研发小组，专注大模型落地与效果优化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建立技术委员会，统筹架构评审与技术栈统一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推行技术分享与内部开源文化，沉淀技术资产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加强校企合作与校招培养，构建人才梯队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