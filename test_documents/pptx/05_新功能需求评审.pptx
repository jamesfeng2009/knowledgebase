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新功能需求评审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知识库平台V2.1需求讨论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汇报人：刘洋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需求背景与目标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用户反馈知识录入效率低，亟需批量导入与智能标注能力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业务部门要求支持知识关联推荐，提升知识发现率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目标：知识录入效率提升50%，知识关联点击率达到20%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预计V2.1版本于下月15日进入开发，次月初发布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需求一：批量导入与智能标注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支持Excel、Word、PDF批量上传，单次上限500份文档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自动识别文档类型与分类，AI辅助生成标签与摘要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导入过程支持断点续传与失败重试，提供导入报告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支持自定义模板映射，适配不同部门的知识结构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需求二：知识关联推荐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基于知识图谱与用户行为，实现相关知识智能推荐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文档详情页展示关联文档、关联实体与关联问答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支持协同过滤与内容相似度双路召回，人工配置权重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提供推荐效果看板，监控点击率与转化率指标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需求三：多轮对话增强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支持上下文记忆，实现追问与多轮深入对话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对话中可动态切换知识范围，限定检索域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支持对话导出与分享，沉淀为知识卡片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引入意图槽位填充，引导用户提供完整信息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评审结论与待办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批量导入与智能标注需求通过，优先级P0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知识关联推荐通过，需补充推荐算法详细设计文档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多轮对话增强拆分至V2.2，先做上下文记忆最小可用版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各方需在3个工作日内确认PRD终稿，启动技术方案评审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