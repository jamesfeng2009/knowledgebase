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项目里程碑总结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知识图谱项目阶段成果回顾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汇报人：高翔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项目目标：构建企业知识图谱，支撑智能搜索与问答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项目周期：2025年3月启动，计划12月完成一期交付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团队规模：8人（2算法加3后端加1前端加1产品加1测试）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预算：80万元，含人力、算力与第三方服务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里程碑一：本体设计与数据准备（3至4月）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完成核心本体设计：6类实体、15种关系、40余属性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梳理知识源：对接文档库、HR系统、项目管理系统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构建标注数据集5000条，用于模型训练与评估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交付物：本体设计文档、数据源接入方案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里程碑二：知识抽取与融合（5至7月）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实体识别F1值达到0.89，关系抽取F1值达到0.82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完成实体对齐与消歧，合并冲突实体1200个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知识图谱包含12万实体节点与35万关系边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交付物：抽取模型、融合规则库、质量评估报告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里程碑三：平台开发与集成（8至10月）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完成图谱存储（Neo4j）与查询API开发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集成可视化探索界面，支持图谱交互浏览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对接RAG问答系统，上线GraphRAG能力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交付物：图谱平台、API文档、用户手册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里程碑四：上线与优化（11至12月）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完成灰度发布，首批覆盖研发与产品部门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收集用户反馈，优化图谱质量与查询性能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建立增量更新机制，支持知识自动入图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总结：项目按期交付，知识问答准确率提升8个百分点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