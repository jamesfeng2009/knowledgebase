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大模型应用安全培训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LLM安全风险与防护实践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汇报人：罗刚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大模型安全形势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OWASP发布LLM Top 10，提示注入列为首要风险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大模型应用攻击面广，涉及数据、模型、应用多层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企业内大模型应用快速增长，安全治理迫在眉睫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监管层面：《生成式AI服务管理暂行办法》合规要求落地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核心安全风险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提示注入（Prompt Injection）：恶意指令劫持模型行为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数据泄露：模型输出敏感训练数据或用户隐私信息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越狱攻击（Jailbreak）：绕过安全护栏生成有害内容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供应链风险：第三方模型与组件引入后门或漏洞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数据安全防护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敏感数据脱敏后再送入模型，防止信息泄露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建立数据分级机制，禁止机密数据进入大模型处理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训练数据清洗与去重，降低记忆泄露风险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输出内容过滤，检测并拦截敏感信息与PII数据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应用层防护措施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输入校验：过滤恶意Prompt，限制输入长度与特殊字符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输出审核：内容安全分类器检测违规输出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权限隔离：基于角色限制可访问的模型与知识范围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审计日志：记录所有Prompt与响应，支持追溯分析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治理与合规建议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建立大模型应用安全评估流程，上线前必过安全评审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定期红队对抗测试，发现并修复安全漏洞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制定大模型使用规范，明确红线与责任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关注法规动态，确保生成内容标识与备案合规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