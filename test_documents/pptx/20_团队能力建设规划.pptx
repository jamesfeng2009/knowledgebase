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团队能力建设规划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知识库研发团队能力提升方案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汇报人：蒋琳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团队现状分析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团队20人，平均工龄3.5年，技术梯队较为均衡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优势：工程能力强，敏捷协作成熟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不足：AI算法能力薄弱，大模型经验欠缺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不足：架构设计与技术规划能力需提升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能力建设目标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短期：掌握RAG与大模型应用开发核心技能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中期：培养2至3名架构师，提升技术决策力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长期：打造AI加工程复合型团队，形成技术壁垒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建立学习型组织，知识沉淀与传承机制化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培训与学习计划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组织RAG与大模型系列内训，每月2次技术分享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设立技术读书会，精读大模型应用开发实战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鼓励参加外部技术大会与开源社区贡献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建立内部Wiki知识库，沉淀技术文档与最佳实践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实践与项目历练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设立创新项目孵化日，每月1天做技术探索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核心成员参与架构设计评审，实战提升设计能力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组织Hackathon，激发创新与跨职能协作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结对编程与Code Review，促进知识流动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激励与成长通道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建立技术专家与管理双通道晋升体系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设立技术里程碑认证，与绩效与薪酬挂钩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优秀技术成果给予专项奖励与公开表彰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定期1对1沟通，制定个人成长计划（IDP）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