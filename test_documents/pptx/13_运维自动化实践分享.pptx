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运维自动化实践分享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从手工运维到AIOps的演进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汇报人：徐明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运维现状与痛点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手工部署效率低、易出错，一次发布平均耗时2小时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巡检依赖人工，覆盖面窄且不及时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故障排查靠经验，缺乏标准化流程与工具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运维知识散落，新人上手慢，交接成本高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自动化部署体系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基于GitLab CI/CD加ArgoCD实现GitOps自动化部署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Helm Chart管理应用配置，环境一致性保障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蓝绿部署与金丝雀发布，降低发布风险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一键回滚机制，故障恢复时间缩短至3分钟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自动巡检与自愈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Ansible加自研巡检平台，每日定时自动巡检200余项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巡检覆盖主机、中间件、应用、安全合规多维度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常见异常自动触发自愈脚本（如重启、扩容、清缓存）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巡检报告自动生成并推送，异常项自动建单跟踪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配置管理与标准化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基础设施即代码（IaC）：Terraform管理云资源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配置中心统一管理，环境隔离与灰度发布支持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标准化运维Runbook，沉淀故障处置SOP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镜像统一构建与安全扫描，保障供应链安全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成效与AIOps展望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部署效率提升80%，发布耗时从2小时降至15分钟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巡检覆盖率100%，人工巡检工作量减少90%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下一步：引入异常检测算法，实现智能告警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探索根因分析与智能诊断，迈向AIOps阶段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