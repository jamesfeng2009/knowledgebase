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用户调研结果汇报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知识库平台用户体验调研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汇报人：林雪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调研概况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调研目的：评估平台使用满意度，挖掘痛点与需求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调研方式：在线问卷加深度访谈（各20人）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覆盖范围：研发、产品、运营、市场、HR共5个部门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回收有效问卷412份，有效回收率82%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用户画像与使用习惯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87%用户每日使用平台，主要场景为查找文档与问答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高频使用时段集中在上午10至11点与下午15至16点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PC端使用占比78%，移动端占比12%，其他10%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用户角色以一线员工（62%）与管理者（23%）为主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满意度与NPS分析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整体满意度评分4.1分（满分5分），较上期提升0.2分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NPS（净推荐值）为正32，处于行业良好水平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推荐者占比45%，被动者42%，贬损者13%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满意度最高模块：RAG问答（4.4），最低：移动端（3.5）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核心痛点发现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痛点一：搜索结果不准，同义词与模糊匹配能力弱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痛点二：知识分类不清晰，查找路径深、效率低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痛点三：移动端功能缺失，无法随时随地查阅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痛点四：知识贡献门槛高，录入流程繁琐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需求优先级排序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P0：优化搜索召回与排序算法，降低无结果率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P1：重构知识分类体系，增加智能标签导航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P1：移动端功能补齐，支持离线与推送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P2：简化知识录入流程，提供模板与AI辅助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