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API接口设计规范培训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RESTful API最佳实践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汇报人：郑华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API设计原则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遵循RESTful风格，资源导向，使用标准HTTP方法语义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接口URL使用名词复数，层级不超过3层，全部小写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版本管理通过URL路径（/v1/）或Header实现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保持接口幂等性，GET不产生副作用，PUT可重复执行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请求与响应规范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统一响应格式：code、message、data三段式结构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分页响应包含total、page、pageSize、list字段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时间字段统一ISO 8601格式，使用UTC时间戳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错误码体系化设计，区分业务错误与系统错误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认证与安全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采用OAuth 2.0加JWT进行身份认证与授权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Token设置合理过期时间，支持Refresh Token机制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敏感接口强制HTTPS，防止中间人攻击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接口限流：令牌桶算法，按用户/IP/API多维限流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版本管理与兼容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新接口上线保留旧版本，设置过渡期后下线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不兼容变更必须升版本号，提前通知接入方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接口文档与代码同步维护，使用Swagger/OpenAPI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Mock服务先行，前后端并行开发降低等待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文档与测试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每个接口提供请求示例、响应示例与错误码说明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API变更需更新文档并通过Code Review审核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接口自动化测试覆盖率不低于80%，纳入CI流水线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提供Postman Collection与SDK，降低接入成本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