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RAG技术架构培训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检索增强生成的原理与实践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汇报人：李强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什么是RAG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RAG（Retrieval-Augmented Generation）即检索增强生成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结合信息检索与大语言模型，弥补模型知识时效性不足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通过外部知识库提供事实依据，降低幻觉风险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实现知识外挂，无需重新训练即可更新领域知识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RAG核心工作流程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文档预处理：解析、分块（Chunking）、清洗与元数据标注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向量化编码：使用Embedding模型将文本块转为高维向量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向量存储：将向量写入Milvus等向量数据库建立索引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检索与生成：用户提问转向量检索Top-K，拼接Prompt送大模型生成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关键技术组件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Embedding模型选型：bge-large-zh、m3e、text-embedding-3等对比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分块策略：固定长度、语义分块、递归分块的适用场景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重排序（Rerank）：使用Cross-Encoder对召回结果二次精排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Prompt工程：系统提示词、上下文组装与引用溯源模板设计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优化策略与最佳实践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混合检索：关键词检索（BM25）与向量检索结合，提升召回率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查询改写：对用户问题进行扩展、分解与意图识别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元数据过滤：按部门、时间、文档类型精准缩小检索范围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评估体系：构建Faithfulness、Relevancy、Context Recall指标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常见问题与排障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检索结果不准：检查分块大小、Embedding质量与索引参数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答案出现幻觉：增加Rerank环节，强化Prompt中的引用约束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响应延迟高：优化向量索引类型（HNSW），启用缓存机制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多轮对话上下文丢失：引入对话历史摘要与记忆管理模块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