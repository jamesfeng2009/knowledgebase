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信息安全意识培训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全员信息安全防护指南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汇报人：陈磊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信息安全形势与挑战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2025年全球数据泄露事件同比增长23%，平均损失480万美元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钓鱼攻击占社会工程学攻击的65%，是企业首要威胁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内部人员误操作与权限滥用导致的数据泄露占比超40%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勒索软件攻击频发，制造业与科技行业成重灾区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常见安全威胁类型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钓鱼邮件：伪装内部通知诱导点击恶意链接或下载附件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弱口令攻击：暴力破解与撞库攻击获取账号权限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社工攻击：通过电话或即时通讯冒充IT人员骗取凭证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移动存储风险：U盘、移动硬盘传播恶意程序与数据外泄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密码与账号安全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使用12位以上复杂密码，包含大小写字母、数字与特殊符号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不同系统使用不同密码，启用多因素认证（MFA）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禁止在便签、文档中明文记录密码，使用密码管理器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离岗或调岗时及时移交与注销账号权限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数据保护与合规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敏感数据分类分级管理，核心数据加密存储与传输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禁止通过个人邮箱、网盘外传公司内部资料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遵循最小权限原则，定期审查账号访问权限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遵守《数据安全法》《个人信息保护法》合规要求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应急响应与上报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发现可疑邮件或异常行为立即隔离并上报安全团队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疑似账号被盗第一时间修改密码并通知IT部门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安全事件30分钟内上报，启动应急响应流程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定期参加安全演练，熟悉事件处置与恢复操作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