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产品路线图规划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知识库平台未来一年演进计划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汇报人：邓超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愿景与战略目标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愿景：成为企业最信赖的智能知识管理平台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2026年目标：DAU突破1.5万，NPS达到正45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三大战略：智能化深化、场景化拓展、生态化开放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以用户价值为导向，数据驱动产品迭代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Q1：智能化深化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上线Agentic RAG，支持多步推理与任务编排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推出智能知识摘要与自动知识卡片生成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优化Embedding与Rerank模型，检索准确率突破90%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建设模型评估平台，量化AI能力效果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Q2：场景化拓展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上线移动端App与小程序，覆盖移动知识消费场景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推出行业知识包（金融、制造），开箱即用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上线知识贡献激励体系，激活UGC生态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增强协作能力，支持知识评论、问答与任务流转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Q3：生态化开放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发布开放API与SDK，支持第三方系统集成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上线插件市场，支持自定义工具与工作流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建设开发者社区，提供文档与样例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探索与办公套件深度集成（飞书、钉钉、企微）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Q4：平台化与商业化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推出企业版与旗舰版分层定价策略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建设多租户SaaS平台，支持中小团队快速接入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完善私有化部署工具链，降低交付成本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年度复盘与下一年规划，持续迭代战略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