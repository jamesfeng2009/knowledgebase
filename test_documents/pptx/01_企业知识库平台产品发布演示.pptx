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企业知识库平台产品发布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新一代智能知识管理解决方案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汇报人：张伟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产品定位与愿景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打造企业级一体化知识管理中枢，打通信息孤岛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融合搜索、推荐、问答三大核心能力，提升知识获取效率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面向研发、运营、管理全场景，支持多租户隔离与权限管控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以AI驱动知识沉淀与复用，构建可持续进化的知识生态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智能文档中心：支持多格式上传、自动解析、版本管理与全文检索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RAG问答引擎：基于检索增强生成，精准回答业务问题并引用来源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知识图谱：自动抽取实体关系，构建可视化知识网络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协作空间：支持团队协同编辑、评论、@提醒与任务流转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技术架构亮点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采用微服务架构，支持水平扩展与弹性伸缩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向量数据库Milvus支撑亿级文档的高效语义检索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大模型网关统一管理多模型路由、限流与审计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全链路可观测，集成Prometheus监控与ELK日志分析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产品优势与价值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知识检索效率提升60%，平均查找时间从15分钟降至6分钟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新员工上手周期缩短40%，依赖标准化知识沉淀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降低重复咨询成本，客服工单减少35%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支持私有化部署，满足金融、政企数据合规要求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发布计划与路线图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V1.0正式版将于本季度末上线，首批覆盖5个核心部门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Q1完成知识图谱beta版与大模型多轮对话能力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Q2推出移动端App与微信小程序入口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持续迭代行业知识包，计划年内覆盖3大垂直领域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