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数据分析报告汇报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知识库平台运营数据分析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汇报人：孙浩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分析背景与方法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基于平台近6个月埋点数据与业务日志进行综合分析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采用用户行为漏斗、留存分析与cohort分析方法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结合用户调研问卷（回收412份）进行定性定量交叉验证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目标：识别增长瓶颈，为产品优化提供数据支撑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用户活跃与增长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MAU从5600增长至8200，月环比增长率稳定在6%至8%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新用户次日留存率42%，7日留存率28%，存在提升空间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核心用户（周访问5次以上）占比18%，贡献60%检索量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部门活跃TOP3：研发部、产品部、运营部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内容与检索分析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文档总量3.8万篇，技术类占比45%，流程类占比22%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日均检索量1.2万次，搜索无结果率8.5%需重点优化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高频词集中在部署流程、权限申请、API文档等方向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RAG问答日均调用量3500次，满意度评分4.2分（满分5分）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关键发现与问题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发现一：搜索无结果多因分词与同义词覆盖不足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发现二：新用户首日流失主因为未找到所需知识入口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发现三：移动端访问占比仅12%，但满意度偏低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发现四：知识贡献者集中在前20%用户，长尾参与度低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优化建议与行动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建设同义词词库与搜索纠错能力，降低无结果率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优化新用户引导流程，提供个性化知识推荐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提升移动端体验，增加收藏与离线阅读功能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推出知识贡献激励计划，激活长尾用户参与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