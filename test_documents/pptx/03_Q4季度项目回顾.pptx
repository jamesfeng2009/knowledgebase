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Q4季度项目回顾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2025年第四季度工作总结与复盘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汇报人：王芳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季度目标达成概览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知识库平台V2.0按期上线，覆盖用户数突破8000人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RAG问答准确率达到87%，超额完成85%的目标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系统可用性99.95%，全年无P0级生产事故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团队交付需求42个，需求按时交付率91%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重点项目进展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智能搜索升级：上线语义搜索与意图识别，搜索点击率提升28%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知识图谱一期：完成10万实体节点构建与可视化展示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多模态支持：实现图片、PDF、表格的自动解析与检索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权限体系重构：细粒度RBAC模型落地，支持部门级数据隔离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关键指标数据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日活用户（DAU）从1200增长至2100，环比增长75%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平均检索响应时间从800ms优化至350ms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知识文档总量新增1.2万篇，总量达3.8万篇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用户满意度调研评分4.4分（满分5分），较Q3提升0.3分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经验与不足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亮点：敏捷迭代节奏稳定，跨团队协作机制有效运转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不足：部分需求前期调研不充分，导致开发中频繁变更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不足：自动化测试覆盖偏低，回归测试依赖人工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改进：建立需求准入评审制度，引入质量门禁指标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下季度规划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推进知识图谱二期，支持实体推理与智能推荐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上线移动端应用，拓展碎片化知识消费场景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建设A/B测试平台，驱动产品数据化决策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加强团队能力建设，组织RAG与大模型专项培训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