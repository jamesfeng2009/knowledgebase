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5486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知识图谱应用场景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D6E4F0"/>
                </a:solidFill>
                <a:latin typeface="微软雅黑"/>
              </a:rPr>
              <a:t>企业知识图谱的构建与落地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D6E4F0"/>
                </a:solidFill>
                <a:latin typeface="微软雅黑"/>
              </a:rPr>
              <a:t>汇报人：何静    日期：2026-07-30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知识图谱概述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知识图谱以图结构组织实体与关系，实现知识的语义关联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核心要素：实体（Node）、关系（Edge）、属性（Property）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相比传统文档库，支持多跳推理与关联发现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企业知识图谱是RAG与智能问答的重要知识基础设施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图谱构建流程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本体设计：定义实体类型（人、文档、项目、产品）与关系模式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知识抽取：NER实体识别加关系抽取加属性填充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知识融合：实体对齐与消歧，合并多源知识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知识存储：Neo4j图数据库存储，支持Cypher查询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应用场景一：智能搜索与推荐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语义搜索：理解查询意图，返回关联实体与知识卡片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关联推荐：基于图谱关系推荐相关知识、相关专家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知识溯源：展示知识的来源链路与演化历史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可视化探索：图形化展示知识网络，支持交互式下钻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应用场景二：智能问答与推理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GraphRAG：结合图谱与向量检索，提升复杂问题回答能力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多跳推理：回答跨实体关联类复杂问题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实体问答：直接回答事实型问题如人员隶属关系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不一致检测：发现知识冲突并预警，保障数据质量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</a:rPr>
              <a:t>落地挑战与规划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挑战：本体设计需平衡通用性与业务适配性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挑战：知识抽取准确率依赖标注数据与模型质量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规划：先聚焦核心实体（文档-人-项目），逐步扩展</a:t>
            </a:r>
          </a:p>
          <a:p>
            <a:pPr algn="l">
              <a:spcAft>
                <a:spcPts val="1400"/>
              </a:spcAft>
            </a:pPr>
            <a:r>
              <a:rPr sz="2000" b="1">
                <a:solidFill>
                  <a:srgbClr val="2E5C9E"/>
                </a:solidFill>
                <a:latin typeface="微软雅黑"/>
              </a:rPr>
              <a:t>▸ </a:t>
            </a:r>
            <a:r>
              <a:rPr sz="2000">
                <a:solidFill>
                  <a:srgbClr val="333333"/>
                </a:solidFill>
                <a:latin typeface="微软雅黑"/>
              </a:rPr>
              <a:t>规划：建设图谱运维平台，支持增量更新与质量监控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