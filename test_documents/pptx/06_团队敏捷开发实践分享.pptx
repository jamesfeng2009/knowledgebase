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团队敏捷开发实践分享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Scrum与看板融合的落地经验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汇报人：赵敏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敏捷转型的背景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传统瀑布模式交付周期长，需求响应慢，难以适应快速变化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团队协作信息不透明，风险暴露滞后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2024年启动敏捷转型，采用Scrum框架为主、看板为辅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目标：缩短交付周期、提升团队协作与持续改进能力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Scrum实践要点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两周一个Sprint，Sprint Planning明确迭代目标与范围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每日站会15分钟，聚焦昨天、今天、阻碍三个问题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Sprint Review向产品方演示成果，获取即时反馈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Sprint Retrospective复盘改进，落实Action Item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看板可视化与限流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看板分To Do、Doing、Review、Done四列，流转可视化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设置WIP（在制品）限制，Doing列上限4个任务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通过累积流图（CFD）识别瓶颈，优化流动效率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Lead Time与Cycle Time双指标监控交付速度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工具链与自动化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Jira管理需求与缺陷，关联GitLab代码提交记录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CI/CD流水线自动构建、测试、部署，每日可发布多次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Confluence沉淀会议纪要与设计文档，知识资产化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集成飞书机器人，自动推送构建状态与告警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成效与持续改进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需求平均交付周期从21天缩短至9天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团队速率（Velocity）稳定在45至50故事点每迭代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缺陷逃逸率下降30%，线上问题明显减少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下一步：探索敏捷度量体系，引入DORA指标量化效能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