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竞品分析报告演示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企业知识管理平台竞品对比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汇报人：黄涛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分析框架与方法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选取3家头部竞品：Confluence、飞书知识库、Notion AI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从功能、技术、体验、商业化四维度对比分析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结合公开资料、用户评价与试用体验综合评估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输出差异化定位建议与产品优化方向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功能能力对比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Confluence：文档协作强，但AI能力弱、搜索体验一般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飞书知识库：生态整合好，但知识深度管理与图谱缺失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Notion AI：AI写作体验佳，但企业级权限与合规不足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我方平台：RAG问答与知识图谱为差异化优势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技术与架构对比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Confluence：单体架构，扩展性受限，私有化部署重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飞书：SaaS优先，私有化能力弱，数据出境合规风险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Notion：云端架构，国内访问延迟高，无本地化部署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我方：微服务加向量数据库，支持灵活私有化与弹性扩展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商业化与定价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Confluence：按用户收费，10人起50美元每月，成本较高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飞书知识库：捆绑suite套餐，单独定价不透明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Notion AI：10美元每人每月附加费，中小团队压力较大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我方：按模块与规模灵活定价，私有化性价比优势明显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差异化策略建议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强化RAG问答与知识图谱能力，打造技术壁垒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深耕垂直行业知识包，提供开箱即用行业方案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优化性价比与私有化能力，瞄准中大型企业市场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建设开放生态与集成能力，降低迁移与接入成本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